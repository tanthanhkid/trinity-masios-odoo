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365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13C"/>
                </a:solidFill>
                <a:latin typeface="Calibri"/>
              </a:defRPr>
            </a:pPr>
            <a:r>
              <a:t>MASI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Kiểm thử AI Agent Odoo —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Masi OS Business Agent — Kết nối Odoo 18 qua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047" y="4572000"/>
            <a:ext cx="2560320" cy="548640"/>
          </a:xfrm>
          <a:prstGeom prst="roundRect">
            <a:avLst>
              <a:gd name="adj" fmla="val 15000"/>
            </a:avLst>
          </a:prstGeom>
          <a:solidFill>
            <a:srgbClr val="2A2A4A"/>
          </a:solidFill>
          <a:ln w="19050">
            <a:solidFill>
              <a:srgbClr val="E86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🧪 10 Test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5687" y="4572000"/>
            <a:ext cx="2560320" cy="548640"/>
          </a:xfrm>
          <a:prstGeom prst="roundRect">
            <a:avLst>
              <a:gd name="adj" fmla="val 15000"/>
            </a:avLst>
          </a:prstGeom>
          <a:solidFill>
            <a:srgbClr val="2A2A4A"/>
          </a:solidFill>
          <a:ln w="19050">
            <a:solidFill>
              <a:srgbClr val="E86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🔧 24 MCP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0327" y="4572000"/>
            <a:ext cx="2560320" cy="548640"/>
          </a:xfrm>
          <a:prstGeom prst="roundRect">
            <a:avLst>
              <a:gd name="adj" fmla="val 15000"/>
            </a:avLst>
          </a:prstGeom>
          <a:solidFill>
            <a:srgbClr val="2A2A4A"/>
          </a:solidFill>
          <a:ln w="19050">
            <a:solidFill>
              <a:srgbClr val="E86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🤖 2 Telegram Bots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Kiểm tra kết nối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Kiểm tra kết nối hệ thống Odoo, cho tôi thông tin server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201168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Kết nối hệ thống Odoo đang hoạt động tốt! ✅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Thông tin server: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• Trạng thái: Đã kết nối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• Phiên bản Odoo: 18.0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Hệ thống đã sẵn sàng để sử dụng.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Dashboard KPIs cho CEO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Cho tôi xem KPI tổng hợp: doanh thu, công nợ, pipeline, leads mới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320040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📊 Dashboard KPIs - Tháng 3/2026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💰 Doanh thu tháng:    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📈 Pipeline Value:        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💳 Tổng công nợ:         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🆕 Leads mới:                3 leads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🔄 Pipeline theo giai đoạn: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  New: 3 | Qualified: 0 | Proposition: 0 | Won: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⚠️ Nhận xét: Hệ thống đang ở giai đoạn khởi tạo.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3 leads ở giai đoạn New cần qualify.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CRM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Liệt kê pipeline CRM theo từng giai đoạn, có bao nhiêu deals?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320040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🔄 Pipeline CRM - Tổng hợp theo giai đoạn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🆕 New:              3 deals  |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✅ Qualified:        0 deals  |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📋 Proposition:    0 deals  |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🏆 Won:              0 deals  |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📊 Tổng kết: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• Tổng số deals: 3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• Tổng giá trị pipeline: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Đề xuất: 3 deals ở New cần được đánh giá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và chuyển sang Qualified.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Tạo khách hàng mới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Tạo khách hàng mới: Công ty ABC Tech, SĐT 0901234567, email contact@abctech.vn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301752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✅ Đã tạo khách hàng mới thành công!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🆔 ID:              14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📛 Tên:            Công ty ABC Tech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📞 SĐT:           0901234567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📧 Email:         contact@abctech.vn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🏢 Loại:           Company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🏷️ Phân loại:   new (khách hàng mới)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⚠️ KH mới chưa được cấp hạn mức công nợ.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Để cấp, cần đổi phân loại sang 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Kiểm tra công nợ khách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Kiểm tra tình trạng công nợ của khách hàng ABC Tech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283464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💳 Công nợ - Công ty ABC Tech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🏷️ Phân loại:                     new (khách hàng mới)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✅ Được phép công nợ:        ❌ Không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💰 Hạn mức tín dụng:        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📊 Nợ hiện tại:                   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💵 Tín dụng khả dụng:       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⚠️ Vượt hạn mức:                Không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📝 KH mới chưa được phép công nợ.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Đổi phân loại + set credit limit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Đổi khách hàng ABC Tech sang phân loại old, rồi set hạn mức công nợ 50 triệu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347472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✅ Đã cập nhật thành công!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💳 Công nợ sau cập nhật: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🏷️ Phân loại:                     old ✓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✅ Được phép công nợ:        ✅ Có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💰 Hạn mức tín dụng:          50,000,000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📊 Nợ hiện tại:                     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💵 Tín dụng khả dụng:         50,000,000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📋 Thay đổi: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✅ Phân loại: new → old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✅ Hạn mức: 0 → 50,000,000 VND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KH ABC Tech giờ có thể mua chịu tối đa 50 triệu VND.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Liệt kê sản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Liệt kê sản phẩm có trong hệ thống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292608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📦 Sản phẩm trong hệ thống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⚠️ Không tìm thấy sản phẩm nào.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Hệ thống Odoo hiện tại chưa có sản phẩm.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Để thêm sản phẩm mới: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1. Thêm trực tiếp trong Odoo UI (Inventory → Products)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2. Hoặc tôi có thể tạo sản phẩm qua API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Bạn muốn tạo sản phẩm mới không?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Tổng quan kinh doanh (Bot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Tổng quan kinh doanh hôm nay: KPI, pipeline, công nợ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347472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📊 Tổng quan kinh doanh - 11/03/2026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🎯 KPIs Tháng 3: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• Leads mới: 3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• Giá trị Pipeline: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• Doanh thu tháng: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• Tổng công nợ: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📈 Pipeline CRM: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🆕 New: 3  |  ✅ Qualified: 0  |  📋 Proposition: 0  |  🏆 Won: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💰 Công nợ: ✅ Không có KH vượt hạn mức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📝 3 leads tiềm năng cần qualify, không có công nợ xấu.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Tìm khách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Tìm tất cả khách hàng, kèm thông tin công nợ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347472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👥 Danh sách Khách hàng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🟢 Công ty ABC Tech (ID: 14) — Old — HM: 50,000,000 — Nợ: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🔵 Trinity Masios (ID: 8) — New — HM: 0 — Nợ: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🔵 Test KH MCP (ID: 10) — New — HM: 0 — Nợ: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🔵 tran tan thanh (ID: 7) — New — HM: 0 — Nợ: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🔵 Nguyen Van A (ID: 9) — New — HM: 0 — Nợ: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📊 Tóm tắt: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🟢 Old: 1 KH — Tổng HM: 50,000,000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🔵 New: 4+ KH — Tổng HM: 0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ABC Tech là KH duy nhất có hạn mức công nợ.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Khách hàng vượt hạn mức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60175" y="1097280"/>
            <a:ext cx="365760" cy="365760"/>
          </a:xfrm>
          <a:prstGeom prst="ellipse">
            <a:avLst/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097280"/>
            <a:ext cx="5943600" cy="411480"/>
          </a:xfrm>
          <a:prstGeom prst="roundRect">
            <a:avLst>
              <a:gd name="adj" fmla="val 5000"/>
            </a:avLst>
          </a:prstGeom>
          <a:solidFill>
            <a:srgbClr val="E8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Có khách hàng nào đang vượt hạn mức công nợ không?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691639"/>
            <a:ext cx="365760" cy="3657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/>
            </a:pPr>
            <a:r>
              <a:t>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39"/>
            <a:ext cx="7772400" cy="219456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✅ Không có khách hàng nào vượt hạn mức công nợ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Kết quả: 0 khách hàng đang vượt hạn mức.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Công ty ABC Tech — HM: 50,000,000 — Nợ: 0 — ✅ Bình thường</a:t>
            </a: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100">
                <a:solidFill>
                  <a:srgbClr val="1A1A2E"/>
                </a:solidFill>
                <a:latin typeface="Calibri"/>
              </a:defRPr>
            </a:pPr>
            <a:r>
              <a:t>Tất cả khách hàng đều trong tình trạng tài chính tốt.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613C"/>
                </a:solidFill>
                <a:latin typeface="Calibri"/>
              </a:defRPr>
            </a:pPr>
            <a:r>
              <a:t>🏁 Tổng kết kiểm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005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TC1 — Kết nối hệ thống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042416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533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TC2 — Dashboard 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89888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007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TC3 — CRM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737360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482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TC4 — Tạo khách hàng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084832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3957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TC5 — Kiểm tra công nợ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432304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7432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TC6 — Đổi phân loại + credit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779776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90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TC7 — Liệt kê sản phẩm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127248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4381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TC8 — Tổng quan kinh doanh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474720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7856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TC9 — Tìm khách hàng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822192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1330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TC10 — Vượt hạn mức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169664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617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Kết quả: 10/10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MCP Tools tested: odoo_server_info, odoo_dashboard_kpis, odoo_pipeline_by_stage, odoo_crm_lead_summary, odoo_create_customer, odoo_customer_credit_status, odoo_customer_set_classification, odoo_write, odoo_search_read, odoo_customers_exceeding_credit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5760720"/>
            <a:ext cx="7619695" cy="1097280"/>
          </a:xfrm>
          <a:prstGeom prst="roundRect">
            <a:avLst>
              <a:gd name="adj" fmla="val 8000"/>
            </a:avLst>
          </a:prstGeom>
          <a:solidFill>
            <a:srgbClr val="2A2A4A"/>
          </a:solidFill>
          <a:ln w="19050">
            <a:solidFill>
              <a:srgbClr val="E86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600" b="1">
                <a:solidFill>
                  <a:srgbClr val="E8613C"/>
                </a:solidFill>
                <a:latin typeface="Calibri"/>
              </a:defRPr>
            </a:pPr>
            <a:r>
              <a:t>🦞 Hãy chat thử với bot trên Telegram!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@hdxthanhtt4bot — Bot 1 (CEO Dashboard)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@MASIBIO_bot — Bot 2 (Sales Agent)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